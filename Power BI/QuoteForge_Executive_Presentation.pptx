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5B3FA0"/>
                </a:solidFill>
              </a:rPr>
              <a:t>QuoteForge</a:t>
            </a:r>
          </a:p>
          <a:p>
            <a:r>
              <a:rPr sz="2400">
                <a:solidFill>
                  <a:srgbClr val="555555"/>
                </a:solidFill>
              </a:rPr>
              <a:t>Executive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3FA0"/>
                </a:solidFill>
              </a:rPr>
              <a:t>Profit &amp; Loss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COGS (Gelato)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Etsy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$-0.30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3FA0"/>
                </a:solidFill>
              </a:rPr>
              <a:t>Fees &amp; Quality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Fee type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% of revenue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TOTAL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Refund rate 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Cancellation 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 0 orders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B3FA0"/>
                </a:solidFill>
              </a:rPr>
              <a:t>Where Sales Come From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Traffic source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5B3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(no data yet)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