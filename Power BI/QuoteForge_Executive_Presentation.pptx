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>
                <a:solidFill>
                  <a:srgbClr val="5B3FA0"/>
                </a:solidFill>
              </a:rPr>
              <a:t>QuoteForge</a:t>
            </a:r>
          </a:p>
          <a:p>
            <a:r>
              <a:rPr sz="2400">
                <a:solidFill>
                  <a:srgbClr val="555555"/>
                </a:solidFill>
              </a:rPr>
              <a:t>Executive Business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5B3FA0"/>
                </a:solidFill>
              </a:rPr>
              <a:t>Profit &amp; Loss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65760"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5B3F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5B3FA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Revenue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$0.00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COGS (Gelato)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$0.00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Etsy fees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$0.00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Net profit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$-0.30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Net 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5B3FA0"/>
                </a:solidFill>
              </a:rPr>
              <a:t>Fees &amp; Quality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09728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Fee type</a:t>
                      </a:r>
                    </a:p>
                  </a:txBody>
                  <a:tcPr>
                    <a:solidFill>
                      <a:srgbClr val="5B3F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Amount</a:t>
                      </a:r>
                    </a:p>
                  </a:txBody>
                  <a:tcPr>
                    <a:solidFill>
                      <a:srgbClr val="5B3F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% of revenue</a:t>
                      </a:r>
                    </a:p>
                  </a:txBody>
                  <a:tcPr>
                    <a:solidFill>
                      <a:srgbClr val="5B3FA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TOTAL FEES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Refund rate 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Cancellation 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of 9 orders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5B3FA0"/>
                </a:solidFill>
              </a:rPr>
              <a:t>Where Sales Come From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097280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Traffic source</a:t>
                      </a:r>
                    </a:p>
                  </a:txBody>
                  <a:tcPr>
                    <a:solidFill>
                      <a:srgbClr val="5B3F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Orders</a:t>
                      </a:r>
                    </a:p>
                  </a:txBody>
                  <a:tcPr>
                    <a:solidFill>
                      <a:srgbClr val="5B3F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5B3FA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$220.00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